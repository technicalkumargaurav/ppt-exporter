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14767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190500"/>
          <a:ext cx="7143750" cy="3810000"/>
          <a:chOff x="476250" y="190500"/>
          <a:chExt cx="7143750" cy="3810000"/>
        </a:xfrm>
      </p:grpSpPr>
      <p:sp>
        <p:nvSpPr>
          <p:cNvPr id="2" name=""/>
          <p:cNvSpPr txBox="1"/>
          <p:nvPr/>
        </p:nvSpPr>
        <p:spPr>
          <a:xfrm>
            <a:off x="476250" y="190500"/>
            <a:ext cx="6667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476250" y="952500"/>
          <a:ext cx="6667500" cy="285750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190500"/>
          <a:ext cx="7143750" cy="3810000"/>
          <a:chOff x="476250" y="190500"/>
          <a:chExt cx="7143750" cy="3810000"/>
        </a:xfrm>
      </p:grpSpPr>
      <p:sp>
        <p:nvSpPr>
          <p:cNvPr id="2" name=""/>
          <p:cNvSpPr txBox="1"/>
          <p:nvPr/>
        </p:nvSpPr>
        <p:spPr>
          <a:xfrm>
            <a:off x="476250" y="190500"/>
            <a:ext cx="6667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476250" y="952500"/>
          <a:ext cx="6667500" cy="285750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190500"/>
          <a:ext cx="7143750" cy="3810000"/>
          <a:chOff x="476250" y="190500"/>
          <a:chExt cx="7143750" cy="3810000"/>
        </a:xfrm>
      </p:grpSpPr>
      <p:sp>
        <p:nvSpPr>
          <p:cNvPr id="2" name=""/>
          <p:cNvSpPr txBox="1"/>
          <p:nvPr/>
        </p:nvSpPr>
        <p:spPr>
          <a:xfrm>
            <a:off x="476250" y="190500"/>
            <a:ext cx="6667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476250" y="952500"/>
          <a:ext cx="6667500" cy="285750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6">
  <a:themeElements>
    <a:clrScheme name="Theme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2026-06-22T12:30:06Z</dcterms:created>
  <dcterms:modified xsi:type="dcterms:W3CDTF">2026-06-22T12:30:06Z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