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Default Extension="gif" ContentType="image/gif"/>
  <Default Extension="jpg" ContentType="image/jpeg"/>
  <Default Extension="jpeg" ContentType="image/jpeg"/>
  <Default Extension="png" ContentType="image/png"/>
  <Default Extension="xlsx" ContentType="application/vnd.openxmlformats-officedocument.spreadsheetml.sheet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  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</p:sldIdLst>
  <p:sldSz cx="9144000" cy="6858000" type="screen4x3"/>
  <p:notesSz cx="6858000" cy="9144000"/>
  <p:defaultTextStyle>
    <a:defPPr>
      <a:defRPr lang="fr-FR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 lastView="sldView">
  <p:slideViewPr>
    <p:cSldViewPr>
      <p:cViewPr>
        <p:scale>
          <a:sx d="100" n="100"/>
          <a:sy d="100" n="100"/>
        </p:scale>
        <p:origin x="0" y="0"/>
      </p:cViewPr>
    </p:cSldViewPr>
  </p:slideViewPr>
</p:viewPr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slide" Target="slides/slide1.xml"/>
  <Relationship Id="rId4" Type="http://schemas.openxmlformats.org/officeDocument/2006/relationships/slide" Target="slides/slide2.xml"/>
  <Relationship Id="rId5" Type="http://schemas.openxmlformats.org/officeDocument/2006/relationships/slide" Target="slides/slide3.xml"/>
  <Relationship Id="rId6" Type="http://schemas.openxmlformats.org/officeDocument/2006/relationships/presProps" Target="presProps.xml"/>
  <Relationship Id="rId7" Type="http://schemas.openxmlformats.org/officeDocument/2006/relationships/viewProps" Target="viewProps.xml"/>
  <Relationship Id="rId8" Type="http://schemas.openxmlformats.org/officeDocument/2006/relationships/tableStyles" Target="tableStyles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471313794" r:id="rId1"/>
  </p:sldLayoutIdLst>
  <p:txStyles>
    <p:titleStyle>
      <a:lvl1pPr algn="ctr">
        <a:defRPr sz="4400" kern="1200">
          <a:solidFill>
            <a:schemeClr val="lt1"/>
          </a:solidFill>
        </a:defRPr>
      </a:lvl1pPr>
      <a:extLst/>
    </p:titleStyle>
    <p:bodyStyle>
      <a:lvl1pPr algn="ctr" indent="-342900">
        <a:defRPr sz="3200" kern="1200">
          <a:solidFill>
            <a:schemeClr val="tx1"/>
          </a:solidFill>
        </a:defRPr>
      </a:lvl1pPr>
      <a:extLst/>
    </p:bodyStyle>
    <p:otherStyle>
      <a:defPPr algn="ctr">
        <a:defRPr kern="1200">
          <a:solidFill>
            <a:schemeClr val="tx1"/>
          </a:solidFill>
        </a:defRPr>
      </a:defPPr>
      <a:extLst/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285750" y="142875"/>
          <a:ext cx="6953250" cy="666750"/>
          <a:chOff x="285750" y="142875"/>
          <a:chExt cx="6953250" cy="666750"/>
        </a:xfrm>
      </p:grpSpPr>
      <p:sp>
        <p:nvSpPr>
          <p:cNvPr id="2" name=""/>
          <p:cNvSpPr txBox="1"/>
          <p:nvPr/>
        </p:nvSpPr>
        <p:spPr>
          <a:xfrm>
            <a:off x="285750" y="142875"/>
            <a:ext cx="6667500" cy="381000"/>
          </a:xfrm>
          <a:prstGeom prst="rect">
            <a:avLst/>
          </a:prstGeom>
          <a:noFill/>
        </p:spPr>
        <p:txBody>
          <a:bodyPr anchorCtr="0" rtlCol="0" vert="horz" bIns="45720" lIns="91440" rIns="91440" tIns="45720">
            <a:spAutoFit/>
          </a:bodyPr>
          <a:lstStyle/>
          <a:p>
            <a:pPr algn="l" rtl="0" fontAlgn="base" marL="0" marR="0" indent="0"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trike="noStrike" sz="1000" spc="0" u="none" cap="none">
                <a:solidFill>
                  <a:srgbClr val="000000">
                    <a:alpha val="100000"/>
                  </a:srgbClr>
                </a:solidFill>
                <a:latin typeface="Calibri"/>
              </a:rPr>
              <a:t><![CDATA[Employee Report]]></a:t>
            </a:r>
          </a:p>
        </p:txBody>
      </p:sp>
      <p:graphicFrame>
        <p:nvGraphicFramePr>
          <p:cNvPr id="3" name="" descr=""/>
          <p:cNvGraphicFramePr>
            <a:graphicFrameLocks noGrp="1"/>
          </p:cNvGraphicFramePr>
          <p:nvPr/>
        </p:nvGraphicFramePr>
        <p:xfrm>
          <a:off x="285750" y="666750"/>
          <a:ext cx="6667500" cy="0"/>
        </p:xfrm>
        <a:graphic>
          <a:graphicData uri="http://schemas.openxmlformats.org/drawingml/2006/table">
            <a:tbl>
              <a:tblPr firstRow="1" bandRow="1"/>
              <a:tblGrid>
                <a:gridCol w="2222500"/>
                <a:gridCol w="2222500"/>
                <a:gridCol w="2222500"/>
              </a:tblGrid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b="1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Name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b="1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Age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b="1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City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Employee 1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27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City 1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Employee 2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22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City 2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Employee 3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27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City 3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Employee 4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22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City 4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Employee 5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22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City 5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Employee 6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46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City 6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Employee 7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24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City 7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Employee 8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37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City 8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Employee 9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36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City 9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Employee 10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50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City 10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Employee 11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36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City 11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Employee 12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29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City 12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Employee 13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50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City 13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Employee 14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38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City 14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Employee 15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40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City 15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Employee 16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43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City 16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Employee 17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35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City 17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Employee 18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43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City 18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Employee 19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48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City 19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Employee 20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38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City 20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285750" y="142875"/>
          <a:ext cx="6953250" cy="666750"/>
          <a:chOff x="285750" y="142875"/>
          <a:chExt cx="6953250" cy="666750"/>
        </a:xfrm>
      </p:grpSpPr>
      <p:sp>
        <p:nvSpPr>
          <p:cNvPr id="2" name=""/>
          <p:cNvSpPr txBox="1"/>
          <p:nvPr/>
        </p:nvSpPr>
        <p:spPr>
          <a:xfrm>
            <a:off x="285750" y="142875"/>
            <a:ext cx="6667500" cy="381000"/>
          </a:xfrm>
          <a:prstGeom prst="rect">
            <a:avLst/>
          </a:prstGeom>
          <a:noFill/>
        </p:spPr>
        <p:txBody>
          <a:bodyPr anchorCtr="0" rtlCol="0" vert="horz" bIns="45720" lIns="91440" rIns="91440" tIns="45720">
            <a:spAutoFit/>
          </a:bodyPr>
          <a:lstStyle/>
          <a:p>
            <a:pPr algn="l" rtl="0" fontAlgn="base" marL="0" marR="0" indent="0"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trike="noStrike" sz="1000" spc="0" u="none" cap="none">
                <a:solidFill>
                  <a:srgbClr val="000000">
                    <a:alpha val="100000"/>
                  </a:srgbClr>
                </a:solidFill>
                <a:latin typeface="Calibri"/>
              </a:rPr>
              <a:t><![CDATA[Employee Report]]></a:t>
            </a:r>
          </a:p>
        </p:txBody>
      </p:sp>
      <p:graphicFrame>
        <p:nvGraphicFramePr>
          <p:cNvPr id="3" name="" descr=""/>
          <p:cNvGraphicFramePr>
            <a:graphicFrameLocks noGrp="1"/>
          </p:cNvGraphicFramePr>
          <p:nvPr/>
        </p:nvGraphicFramePr>
        <p:xfrm>
          <a:off x="285750" y="666750"/>
          <a:ext cx="6667500" cy="0"/>
        </p:xfrm>
        <a:graphic>
          <a:graphicData uri="http://schemas.openxmlformats.org/drawingml/2006/table">
            <a:tbl>
              <a:tblPr firstRow="1" bandRow="1"/>
              <a:tblGrid>
                <a:gridCol w="2222500"/>
                <a:gridCol w="2222500"/>
                <a:gridCol w="2222500"/>
              </a:tblGrid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b="1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Name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b="1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Age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b="1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City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Employee 21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48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City 21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Employee 22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24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City 22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Employee 23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40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City 23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Employee 24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49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City 24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Employee 25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30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City 25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Employee 26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26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City 26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Employee 27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38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City 27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Employee 28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37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City 28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Employee 29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24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City 29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Employee 30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21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City 30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Employee 31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27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City 31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Employee 32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50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City 32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Employee 33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40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City 33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Employee 34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41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City 34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Employee 35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40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City 35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Employee 36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32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City 36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Employee 37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36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City 37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Employee 38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49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City 38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Employee 39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31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City 39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Employee 40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28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City 40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285750" y="142875"/>
          <a:ext cx="6953250" cy="666750"/>
          <a:chOff x="285750" y="142875"/>
          <a:chExt cx="6953250" cy="666750"/>
        </a:xfrm>
      </p:grpSpPr>
      <p:sp>
        <p:nvSpPr>
          <p:cNvPr id="2" name=""/>
          <p:cNvSpPr txBox="1"/>
          <p:nvPr/>
        </p:nvSpPr>
        <p:spPr>
          <a:xfrm>
            <a:off x="285750" y="142875"/>
            <a:ext cx="6667500" cy="381000"/>
          </a:xfrm>
          <a:prstGeom prst="rect">
            <a:avLst/>
          </a:prstGeom>
          <a:noFill/>
        </p:spPr>
        <p:txBody>
          <a:bodyPr anchorCtr="0" rtlCol="0" vert="horz" bIns="45720" lIns="91440" rIns="91440" tIns="45720">
            <a:spAutoFit/>
          </a:bodyPr>
          <a:lstStyle/>
          <a:p>
            <a:pPr algn="l" rtl="0" fontAlgn="base" marL="0" marR="0" indent="0"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trike="noStrike" sz="1000" spc="0" u="none" cap="none">
                <a:solidFill>
                  <a:srgbClr val="000000">
                    <a:alpha val="100000"/>
                  </a:srgbClr>
                </a:solidFill>
                <a:latin typeface="Calibri"/>
              </a:rPr>
              <a:t><![CDATA[Employee Report]]></a:t>
            </a:r>
          </a:p>
        </p:txBody>
      </p:sp>
      <p:graphicFrame>
        <p:nvGraphicFramePr>
          <p:cNvPr id="3" name="" descr=""/>
          <p:cNvGraphicFramePr>
            <a:graphicFrameLocks noGrp="1"/>
          </p:cNvGraphicFramePr>
          <p:nvPr/>
        </p:nvGraphicFramePr>
        <p:xfrm>
          <a:off x="285750" y="666750"/>
          <a:ext cx="6667500" cy="0"/>
        </p:xfrm>
        <a:graphic>
          <a:graphicData uri="http://schemas.openxmlformats.org/drawingml/2006/table">
            <a:tbl>
              <a:tblPr firstRow="1" bandRow="1"/>
              <a:tblGrid>
                <a:gridCol w="2222500"/>
                <a:gridCol w="2222500"/>
                <a:gridCol w="2222500"/>
              </a:tblGrid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b="1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Name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b="1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Age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b="1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City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Employee 41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42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City 41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Employee 42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42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City 42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Employee 43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34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City 43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Employee 44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47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City 44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Employee 45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22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City 45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Employee 46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30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City 46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Employee 47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24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City 47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Employee 48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38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City 48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Employee 49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45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City 49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Employee 50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41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City 50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Employee 51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32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City 51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Employee 52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20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City 52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Employee 53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25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City 53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Employee 54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43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City 54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Employee 55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24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rtl="0" fontAlgn="base" marL="0" marR="0" indent="0" lv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trike="noStrike" sz="1000" spc="0" u="non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</a:rPr>
                        <a:t><![CDATA[City 55]]></a:t>
                      </a:r>
                    </a:p>
                  </a:txBody>
                  <a:tcPr marL="0" marR="0" marT="0" marB="0">
                    <a:lnL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Theme86">
  <a:themeElements>
    <a:clrScheme name="Theme86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Theme86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Theme8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r="5400000" dist="2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dir="t" rig="threePt">
              <a:rot lat="0" lon="0" rev="1200000"/>
            </a:lightRig>
          </a:scene3d>
          <a:sp3d>
            <a:bevelT h="25400" w="635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b="180000" l="50000" r="50000" t="-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b="50000" l="50000" r="50000" t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3</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" baseType="lpstr">
      <vt:lpstr>Office Theme</vt:lpstr>
    </vt:vector>
  </TitlesOfParts>
  <Company>Unknown Company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Unknown Creator</dc:creator>
  <cp:lastModifiedBy>Unknown Creator</cp:lastModifiedBy>
  <dcterms:created xsi:type="dcterms:W3CDTF">2026-06-24T10:38:40Z</dcterms:created>
  <dcterms:modified xsi:type="dcterms:W3CDTF">2026-06-24T10:38:40Z</dcterms:modified>
  <dc:title>Untitled Presentation</dc:title>
  <dc:description/>
  <dc:subject/>
  <cp:keywords/>
  <cp:category/>
  <cp:revision/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