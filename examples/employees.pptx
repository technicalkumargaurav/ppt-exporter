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presProps" Target="presProps.xml"/>
  <Relationship Id="rId7" Type="http://schemas.openxmlformats.org/officeDocument/2006/relationships/viewProps" Target="viewProps.xml"/>
  <Relationship Id="rId8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7132071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42875"/>
          <a:ext cx="6953250" cy="666750"/>
          <a:chOff x="285750" y="142875"/>
          <a:chExt cx="6953250" cy="666750"/>
        </a:xfrm>
      </p:grpSpPr>
      <p:sp>
        <p:nvSpPr>
          <p:cNvPr id="2" name=""/>
          <p:cNvSpPr txBox="1"/>
          <p:nvPr/>
        </p:nvSpPr>
        <p:spPr>
          <a:xfrm>
            <a:off x="285750" y="142875"/>
            <a:ext cx="6667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Employee Report]]></a:t>
            </a:r>
          </a:p>
        </p:txBody>
      </p:sp>
      <p:graphicFrame>
        <p:nvGraphicFramePr>
          <p:cNvPr id="3" name="" descr=""/>
          <p:cNvGraphicFramePr>
            <a:graphicFrameLocks noGrp="1"/>
          </p:cNvGraphicFramePr>
          <p:nvPr/>
        </p:nvGraphicFramePr>
        <p:xfrm>
          <a:off x="285750" y="666750"/>
          <a:ext cx="6667500" cy="0"/>
        </p:xfrm>
        <a:graphic>
          <a:graphicData uri="http://schemas.openxmlformats.org/drawingml/2006/table">
            <a:tbl>
              <a:tblPr firstRow="1" bandRow="1"/>
              <a:tblGrid>
                <a:gridCol w="2222500"/>
                <a:gridCol w="2222500"/>
                <a:gridCol w="222250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Nam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Cit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5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1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1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5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42875"/>
          <a:ext cx="6953250" cy="666750"/>
          <a:chOff x="285750" y="142875"/>
          <a:chExt cx="6953250" cy="666750"/>
        </a:xfrm>
      </p:grpSpPr>
      <p:sp>
        <p:nvSpPr>
          <p:cNvPr id="2" name=""/>
          <p:cNvSpPr txBox="1"/>
          <p:nvPr/>
        </p:nvSpPr>
        <p:spPr>
          <a:xfrm>
            <a:off x="285750" y="142875"/>
            <a:ext cx="6667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Employee Report]]></a:t>
            </a:r>
          </a:p>
        </p:txBody>
      </p:sp>
      <p:graphicFrame>
        <p:nvGraphicFramePr>
          <p:cNvPr id="3" name="" descr=""/>
          <p:cNvGraphicFramePr>
            <a:graphicFrameLocks noGrp="1"/>
          </p:cNvGraphicFramePr>
          <p:nvPr/>
        </p:nvGraphicFramePr>
        <p:xfrm>
          <a:off x="285750" y="666750"/>
          <a:ext cx="6667500" cy="0"/>
        </p:xfrm>
        <a:graphic>
          <a:graphicData uri="http://schemas.openxmlformats.org/drawingml/2006/table">
            <a:tbl>
              <a:tblPr firstRow="1" bandRow="1"/>
              <a:tblGrid>
                <a:gridCol w="2222500"/>
                <a:gridCol w="2222500"/>
                <a:gridCol w="222250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Nam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Cit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2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2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3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3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285750" y="142875"/>
          <a:ext cx="6953250" cy="666750"/>
          <a:chOff x="285750" y="142875"/>
          <a:chExt cx="6953250" cy="666750"/>
        </a:xfrm>
      </p:grpSpPr>
      <p:sp>
        <p:nvSpPr>
          <p:cNvPr id="2" name=""/>
          <p:cNvSpPr txBox="1"/>
          <p:nvPr/>
        </p:nvSpPr>
        <p:spPr>
          <a:xfrm>
            <a:off x="285750" y="142875"/>
            <a:ext cx="666750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000" spc="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<![CDATA[Employee Report]]></a:t>
            </a:r>
          </a:p>
        </p:txBody>
      </p:sp>
      <p:graphicFrame>
        <p:nvGraphicFramePr>
          <p:cNvPr id="3" name="" descr=""/>
          <p:cNvGraphicFramePr>
            <a:graphicFrameLocks noGrp="1"/>
          </p:cNvGraphicFramePr>
          <p:nvPr/>
        </p:nvGraphicFramePr>
        <p:xfrm>
          <a:off x="285750" y="666750"/>
          <a:ext cx="6667500" cy="0"/>
        </p:xfrm>
        <a:graphic>
          <a:graphicData uri="http://schemas.openxmlformats.org/drawingml/2006/table">
            <a:tbl>
              <a:tblPr firstRow="1" bandRow="1"/>
              <a:tblGrid>
                <a:gridCol w="2222500"/>
                <a:gridCol w="2222500"/>
                <a:gridCol w="222250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Nam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Age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b="1" strike="noStrike" sz="1000" spc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Calibri"/>
                        </a:rPr>
                        <a:t><![CDATA[City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4472C4">
                        <a:alpha val="27000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8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4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27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49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6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0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2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41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4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Employee 5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33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rtl="0" fontAlgn="base" marL="0" marR="0" indent="0" lv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trike="noStrike" sz="1000" spc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Calibri"/>
                        </a:rPr>
                        <a:t><![CDATA[City 55]]></a:t>
                      </a:r>
                    </a:p>
                  </a:txBody>
                  <a:tcPr marL="0" marR="0" marT="0" marB="0">
                    <a:lnL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heme53">
  <a:themeElements>
    <a:clrScheme name="Theme5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5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5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3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2026-06-24T12:33:59Z</dcterms:created>
  <dcterms:modified xsi:type="dcterms:W3CDTF">2026-06-24T12:33:59Z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